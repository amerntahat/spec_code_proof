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implementation, not a completed toolchain or measured experiment. The supplied HTML is an offline synthetic prototype. The PNG is static. Repository browsing, live generation, checks and evidence are Codex implementation requirements. Use CODEX_START_PROMPT.txt and the consolidated goal; consult PACKAGE_GUIDE.md for exact script capabilities. This visual slide is a raster illustration, not an editable application or source-code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implementation, not a completed toolchain or measured experiment. The supplied HTML is an offline synthetic prototype. The PNG is static. Repository browsing, live generation, checks and evidence are Codex implementation requirements. Use CODEX_START_PROMPT.txt and the consolidated goal; consult PACKAGE_GUIDE.md for exact script capabilities. This visual slide is a raster illustration, not an editable application or source-code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Proposed implementation, not a completed toolchain or measured experiment. The supplied HTML is an offline synthetic prototype. The PNG is static. Repository browsing, live generation, checks and evidence are Codex implementation requirements. Use CODEX_START_PROMPT.txt and the consolidated goal; consult PACKAGE_GUIDE.md for exact script capabilities. This visual slide is a raster illustration, not an editable application or source-code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plementation journey" descr="walkthrough_pane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arning and User modes" descr="walkthrough_panel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ource-linked user experience" descr="walkthrough_panel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INSPECTA / SCP — Codex implementation walkthrough</dc:title>
  <dc:subject>Proposed milestone journey, governed runtime, and source-linked UI</dc:subject>
  <dc:creator>OpenAI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